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826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16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023360"/>
            <a:ext cx="3657600" cy="3657600"/>
          </a:xfrm>
          <a:prstGeom prst="ellipse">
            <a:avLst/>
          </a:prstGeom>
          <a:solidFill>
            <a:srgbClr val="162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 /  CYBER SECURITY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Brewer–Nash Model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Conflicts of Interest in Access Control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502920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Bimal Kunwar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9105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" y="1453896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model, also known as the Chinese Wall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112264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David F. C. Brewer and Michael J. Nash in 1989.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2770632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purpose: prevent conflicts of interest.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32688" y="3429000"/>
            <a:ext cx="6016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where employees work with competing clients.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6675120" cy="1783080"/>
          </a:xfrm>
          <a:prstGeom prst="roundRect">
            <a:avLst>
              <a:gd name="adj" fmla="val 410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access information from one company, but after accessing that company's confidential information, access to competing companies may be restricted.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09560" y="1783080"/>
            <a:ext cx="3566160" cy="3566160"/>
          </a:xfrm>
          <a:prstGeom prst="ellipse">
            <a:avLst/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0" y="25603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72600" y="2240280"/>
            <a:ext cx="64008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183880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consulting company has two competing clients: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2062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receives confidential information from Coca-Cola. If the same employee can then access Pepsi's confidential information, there is a risk that Coca-Cola's information could be misused.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49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Brewer–Nash prevents this conflict.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2011680"/>
            <a:ext cx="2926080" cy="2926080"/>
          </a:xfrm>
          <a:prstGeom prst="ellipse">
            <a:avLst/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503920" y="2651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C0392B"/>
                </a:solidFill>
              </a:rPr>
              <a:t>⚠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Concept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are divided into Conflict-of-Interest Classes.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80560" y="173736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480560" y="1737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Conflict-of-Interest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33172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0" y="2697480"/>
            <a:ext cx="53949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2697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78240" y="26974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94560" y="3017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19456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3017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58952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4480560"/>
            <a:ext cx="14630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2062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Coca-Cola 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5120" y="4480560"/>
            <a:ext cx="1463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Pepsi  ✗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or employees accessing information.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61772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databases, documents, records, etc.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6676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Conflict-of-Interest Classes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containing competing organizations.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Conflict Classes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94760"/>
          <a:ext cx="10881360" cy="210312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Coca-Cola, Pepsi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A, Bank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NTC, Ncell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decisions are based on the user's previous access history.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ACCESS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user may access information from different companies freely.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31089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88720" y="3108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Coca-Cola  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7947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88720" y="3794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Pepsi 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44805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188720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Sprite 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783080"/>
            <a:ext cx="5532120" cy="4297680"/>
          </a:xfrm>
          <a:prstGeom prst="roundRect">
            <a:avLst>
              <a:gd name="adj" fmla="val 2128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636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 ACCESSING COCA-COLA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remembers the access and applies the conflict rule.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3796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  →  Coca-Cola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3611880"/>
            <a:ext cx="0" cy="3200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4023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37960" y="4023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Other competing companies  ✗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consulting employee works with Client A (Coca-Cola), Client B (Pepsi), and Client C (Apple).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first accesses Coca-Cola's confidential information. The system records: Employee → Coca-Cola.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972192"/>
              </p:ext>
            </p:extLst>
          </p:nvPr>
        </p:nvGraphicFramePr>
        <p:xfrm>
          <a:off x="640080" y="2331720"/>
          <a:ext cx="585216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Request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Coca-Cola data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Allowed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Pepsi data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Denied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data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Allowed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33172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1323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200" dirty="0"/>
          </a:p>
        </p:txBody>
      </p:sp>
      <p:sp>
        <p:nvSpPr>
          <p:cNvPr id="5" name="Text 5"/>
          <p:cNvSpPr txBox="1"/>
          <p:nvPr/>
        </p:nvSpPr>
        <p:spPr>
          <a:xfrm>
            <a:off x="7132320" y="28346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and Pepsi belong to the same conflict-of-interest class, while Apple belongs to a different class.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Wall Analogy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a wall separating competing interests.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Coca-Cola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10312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Pepsi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301752" cy="3474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0" y="544068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A L 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user accesses one side, the model prevents inappropriate access to the competing side.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Rule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access an object if doing so does not create a conflict of interest with information the user has already accessed.</a:t>
            </a:r>
            <a:endParaRPr lang="en-US" sz="1500" b="1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First access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Coca-Cola  ✓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Later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9718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02336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Pepsi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3246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60920" y="29718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conflict class → Access DENIED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3246120"/>
            <a:ext cx="274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But a different class is unaffected: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Apple  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251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Apple belongs to another conflict class.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Brewer–Nash Model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1907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63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conflicts of interest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46520" y="171907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465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463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confidential client information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95351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97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consulting companies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697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6520" y="295351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465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97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banks and financial institutions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18795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decisions based on previous activity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4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418795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46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prevent information leakage between competitors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Brewer–Nash Model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6276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630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track users' previous access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3774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can become complex in large organizations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34564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2918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one competitor may restrict future access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3708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86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062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reduce flexibility for employees with many clients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BEA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52852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1206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mainly for conflict-of-interest situations, not all security needs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Brewer–Nash Model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84095" y="1102875"/>
            <a:ext cx="10510002" cy="298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chemeClr val="bg1"/>
                </a:solidFill>
              </a:rPr>
              <a:t>Brewer–Nash Model</a:t>
            </a:r>
            <a:r>
              <a:rPr lang="en-US" sz="1600" dirty="0">
                <a:solidFill>
                  <a:schemeClr val="bg1"/>
                </a:solidFill>
              </a:rPr>
              <a:t>, also known as the </a:t>
            </a:r>
            <a:r>
              <a:rPr lang="en-US" sz="1600" b="1" dirty="0">
                <a:solidFill>
                  <a:schemeClr val="bg1"/>
                </a:solidFill>
              </a:rPr>
              <a:t>Chinese Wall Model</a:t>
            </a:r>
            <a:r>
              <a:rPr lang="en-US" sz="1600" dirty="0">
                <a:solidFill>
                  <a:schemeClr val="bg1"/>
                </a:solidFill>
              </a:rPr>
              <a:t>, is an access control model designed to prevent conflicts of interest. It controls access based on a user's previous access to confidential information. Once a user accesses information from one organization, access to competing organizations may be restricted. This helps protect sensitive information, maintain confidentiality, and reduce the risk of information leakage.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641</Words>
  <Application>Microsoft Office PowerPoint</Application>
  <PresentationFormat>Widescreen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Bimal kunwar</cp:lastModifiedBy>
  <cp:revision>2</cp:revision>
  <dcterms:created xsi:type="dcterms:W3CDTF">2026-09-23T13:43:12Z</dcterms:created>
  <dcterms:modified xsi:type="dcterms:W3CDTF">2026-09-23T13:54:08Z</dcterms:modified>
</cp:coreProperties>
</file>